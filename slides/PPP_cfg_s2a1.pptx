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60" showSpecialPlsOnTitleSld="0" saveSubsetFonts="1">
  <p:sldMasterIdLst>
    <p:sldMasterId id="2147483648" r:id="rId1"/>
  </p:sldMasterIdLst>
  <p:notesMasterIdLst>
    <p:notesMasterId r:id="rId4"/>
  </p:notesMasterIdLst>
  <p:sldIdLst>
    <p:sldId id="312" r:id="rId2"/>
    <p:sldId id="313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Destaqu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5"/>
    <p:restoredTop sz="84558"/>
  </p:normalViewPr>
  <p:slideViewPr>
    <p:cSldViewPr snapToGrid="0">
      <p:cViewPr varScale="1">
        <p:scale>
          <a:sx n="107" d="100"/>
          <a:sy n="107" d="100"/>
        </p:scale>
        <p:origin x="9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5A0F6-C878-44FA-80A0-A45A2AF6194E}" type="datetimeFigureOut">
              <a:rPr lang="pt-PT" smtClean="0"/>
              <a:t>15/02/26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0D244-08DD-473D-A154-AC2C3AB49D7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25150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0D244-08DD-473D-A154-AC2C3AB49D75}" type="slidenum">
              <a:rPr lang="pt-PT" smtClean="0"/>
              <a:t>60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323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0D244-08DD-473D-A154-AC2C3AB49D75}" type="slidenum">
              <a:rPr lang="pt-PT" smtClean="0"/>
              <a:t>61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2147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BB226-66A7-4E91-8ACB-83D5EB0D8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63114A-23A7-45FB-8853-CA1D39E45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05184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E4482-8A60-4648-8D8C-3AD9138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9D84DBA-E9EB-480D-BA7F-EC258EE57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F958F4-1D0C-4A32-BF8B-0BB8FD5F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92DF-639E-4889-9C57-B92909882D1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841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C6DD484-F07B-490C-AAE4-B1BE648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D878700-6D2E-44EE-AD96-074055C22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89329E6-CAFE-4FAC-B31D-E0711CDA4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F400C-9742-48B2-AC60-400A58E01E93}" type="datetime1">
              <a:rPr lang="pt-PT" smtClean="0"/>
              <a:t>15/02/26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0C97D16-70FB-4A12-AE6B-F91CC4E17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1E62E60-9BF1-4C4B-913C-322BF8489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E92DF-639E-4889-9C57-B92909882D1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156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mbeddedwala.com/Blogs/embedded-c/memory-layout-of-c-program#google_vignett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6E112FC-BFE6-3A73-5F92-2573257D4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259526"/>
            <a:ext cx="7772400" cy="48640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3838A6-B129-B3D9-CF73-0C26198F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Under the hoods …</a:t>
            </a:r>
          </a:p>
        </p:txBody>
      </p:sp>
      <p:pic>
        <p:nvPicPr>
          <p:cNvPr id="6" name="Content Placeholder 5" descr="A diagram of a stack frame&#10;&#10;AI-generated content may be incorrect.">
            <a:extLst>
              <a:ext uri="{FF2B5EF4-FFF2-40B4-BE49-F238E27FC236}">
                <a16:creationId xmlns:a16="http://schemas.microsoft.com/office/drawing/2014/main" id="{53B86907-B10A-A34B-5509-4E2112D06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2" y="1494320"/>
            <a:ext cx="4129352" cy="50744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B4807-3725-2498-0D17-76A794C04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92DF-639E-4889-9C57-B92909882D15}" type="slidenum">
              <a:rPr lang="pt-PT" smtClean="0"/>
              <a:t>60</a:t>
            </a:fld>
            <a:endParaRPr lang="pt-P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392BC-4E02-BAA7-E33F-7D06B062311E}"/>
              </a:ext>
            </a:extLst>
          </p:cNvPr>
          <p:cNvSpPr txBox="1"/>
          <p:nvPr/>
        </p:nvSpPr>
        <p:spPr>
          <a:xfrm>
            <a:off x="2045323" y="6123543"/>
            <a:ext cx="9118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5"/>
              </a:rPr>
              <a:t>https://embeddedwala.com/Blogs/embedded-c/memory-layout-of-c-program#google_vignette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871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FCEE-4A4D-ED7E-7F89-BFB04584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Under the hoods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7CDE0-CDAB-3304-159F-14A3E57A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92DF-639E-4889-9C57-B92909882D15}" type="slidenum">
              <a:rPr lang="pt-PT" smtClean="0"/>
              <a:t>61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7683A-618E-64C5-8EF9-FEFCD1FF2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00181"/>
            <a:ext cx="9445487" cy="440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16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27</Words>
  <Application>Microsoft Macintosh PowerPoint</Application>
  <PresentationFormat>Widescreen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Under the hoods …</vt:lpstr>
      <vt:lpstr>Under the hoods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Princípios de Programação Procedimental</dc:title>
  <dc:creator>João Gabriel Silva</dc:creator>
  <cp:lastModifiedBy>Charles Goncalves</cp:lastModifiedBy>
  <cp:revision>29</cp:revision>
  <dcterms:created xsi:type="dcterms:W3CDTF">2020-02-23T18:26:23Z</dcterms:created>
  <dcterms:modified xsi:type="dcterms:W3CDTF">2026-02-16T10:05:41Z</dcterms:modified>
</cp:coreProperties>
</file>